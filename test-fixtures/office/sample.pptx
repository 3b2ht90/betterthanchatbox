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演示标题 Slide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 bullet 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