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演示标题 Slide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副标题 bullet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第二页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要点一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